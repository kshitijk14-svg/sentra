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C8CED-1B9C-49C1-8E1E-65650B389863}" v="1" dt="2026-10-28T18:13:53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nk saxena" userId="3af29421c071bade" providerId="LiveId" clId="{7873C859-424A-407B-A1E8-19FA6E06BA2F}"/>
    <pc:docChg chg="modSld">
      <pc:chgData name="shubhank saxena" userId="3af29421c071bade" providerId="LiveId" clId="{7873C859-424A-407B-A1E8-19FA6E06BA2F}" dt="2026-10-28T18:22:33.789" v="117"/>
      <pc:docMkLst>
        <pc:docMk/>
      </pc:docMkLst>
      <pc:sldChg chg="modSp mod">
        <pc:chgData name="shubhank saxena" userId="3af29421c071bade" providerId="LiveId" clId="{7873C859-424A-407B-A1E8-19FA6E06BA2F}" dt="2026-10-28T18:14:38.992" v="111" actId="20577"/>
        <pc:sldMkLst>
          <pc:docMk/>
          <pc:sldMk cId="0" sldId="256"/>
        </pc:sldMkLst>
        <pc:spChg chg="mod">
          <ac:chgData name="shubhank saxena" userId="3af29421c071bade" providerId="LiveId" clId="{7873C859-424A-407B-A1E8-19FA6E06BA2F}" dt="2026-10-28T18:14:12.023" v="67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hubhank saxena" userId="3af29421c071bade" providerId="LiveId" clId="{7873C859-424A-407B-A1E8-19FA6E06BA2F}" dt="2026-10-28T18:14:38.992" v="111" actId="20577"/>
          <ac:spMkLst>
            <pc:docMk/>
            <pc:sldMk cId="0" sldId="256"/>
            <ac:spMk id="10" creationId="{00000000-0000-0000-0000-000000000000}"/>
          </ac:spMkLst>
        </pc:spChg>
      </pc:sldChg>
      <pc:sldChg chg="delSp modSp mod">
        <pc:chgData name="shubhank saxena" userId="3af29421c071bade" providerId="LiveId" clId="{7873C859-424A-407B-A1E8-19FA6E06BA2F}" dt="2026-10-28T18:22:33.789" v="117"/>
        <pc:sldMkLst>
          <pc:docMk/>
          <pc:sldMk cId="0" sldId="271"/>
        </pc:sldMkLst>
        <pc:spChg chg="del mod">
          <ac:chgData name="shubhank saxena" userId="3af29421c071bade" providerId="LiveId" clId="{7873C859-424A-407B-A1E8-19FA6E06BA2F}" dt="2026-10-28T18:22:33.789" v="117"/>
          <ac:spMkLst>
            <pc:docMk/>
            <pc:sldMk cId="0" sldId="271"/>
            <ac:spMk id="4" creationId="{00000000-0000-0000-0000-000000000000}"/>
          </ac:spMkLst>
        </pc:spChg>
        <pc:spChg chg="del mod">
          <ac:chgData name="shubhank saxena" userId="3af29421c071bade" providerId="LiveId" clId="{7873C859-424A-407B-A1E8-19FA6E06BA2F}" dt="2026-10-28T18:22:33.789" v="115"/>
          <ac:spMkLst>
            <pc:docMk/>
            <pc:sldMk cId="0" sldId="27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83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project: Sentra, a monitoring platform that tells you the moment a website, server, certificate or scheduled job stops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 outages are first noticed by users. Sentra's goal is to notice them first, from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headline counts how many checks are down. Each row shows the check type, target, latest response time and a run tape: one bar per run, taller means slower, red means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check was broken on purpose. After 3 failed runs Sentra opened an incident; after 2 successful runs it closed it and recorded how long the outage lasted.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cron job cannot be checked from outside, so the job calls a secret ping URL after each run. If the ping is late or reports failure, Sentra marks the job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8388" y="228600"/>
            <a:ext cx="9301079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9B0000"/>
                </a:solidFill>
                <a:latin typeface="Georgia"/>
              </a:defRPr>
            </a:pPr>
            <a:r>
              <a:rPr sz="1650"/>
              <a:t>Swami Keshvanand Institute of Technology, Management &amp; Gramothan, Jaipur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8388" y="594360"/>
            <a:ext cx="9301079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9B0000"/>
                </a:solidFill>
                <a:latin typeface="Georgia"/>
              </a:defRPr>
            </a:pPr>
            <a:r>
              <a:rPr sz="1200"/>
              <a:t>(An Autonomous Institute Affiliated to Rajasthan Technical University, Kota)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78388" y="987552"/>
            <a:ext cx="9301079" cy="32004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325880"/>
            <a:ext cx="85039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800" b="1">
                <a:solidFill>
                  <a:srgbClr val="232323"/>
                </a:solidFill>
                <a:latin typeface="Georgia"/>
              </a:defRPr>
            </a:pPr>
            <a:r>
              <a:t>Industrial Training</a:t>
            </a:r>
            <a:br/>
            <a: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941832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400" b="1">
                <a:solidFill>
                  <a:srgbClr val="232323"/>
                </a:solidFill>
                <a:latin typeface="Arial"/>
              </a:defRPr>
            </a:pPr>
            <a:r>
              <a:t>TOPIC: Sentra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3310128"/>
            <a:ext cx="4709160" cy="36576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547872"/>
            <a:ext cx="8503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0052A0"/>
                </a:solidFill>
                <a:latin typeface="Arial"/>
              </a:defRPr>
            </a:pPr>
            <a:r>
              <a:t>A Unified Uptime &amp; Reliability Monitoring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4754880" cy="87716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232323"/>
                </a:solidFill>
                <a:latin typeface="Arial"/>
              </a:defRPr>
            </a:pPr>
            <a:r>
              <a:rPr dirty="0"/>
              <a:t>Submitted To:</a:t>
            </a:r>
            <a:br>
              <a:rPr dirty="0"/>
            </a:br>
            <a:r>
              <a:rPr lang="en-IN" dirty="0"/>
              <a:t>Dr. Meenakshi Nawal</a:t>
            </a:r>
            <a:br>
              <a:rPr dirty="0"/>
            </a:br>
            <a:r>
              <a:rPr lang="en-IN" dirty="0"/>
              <a:t>Associate Professor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83680" y="5074920"/>
            <a:ext cx="4937760" cy="87716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Arial"/>
              </a:defRPr>
            </a:pPr>
            <a:r>
              <a:rPr dirty="0"/>
              <a:t>Submitted By:</a:t>
            </a:r>
            <a:br>
              <a:rPr dirty="0"/>
            </a:br>
            <a:r>
              <a:rPr lang="en-IN" dirty="0"/>
              <a:t>Kshitij Kumar</a:t>
            </a:r>
            <a:br>
              <a:rPr dirty="0"/>
            </a:br>
            <a:r>
              <a:rPr dirty="0"/>
              <a:t>Roll No.: </a:t>
            </a:r>
            <a:r>
              <a:rPr lang="en-IN" dirty="0"/>
              <a:t>24ESKCS185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</a:t>
            </a:r>
          </a:p>
        </p:txBody>
      </p:sp>
      <p:pic>
        <p:nvPicPr>
          <p:cNvPr id="12" name="SKIT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73" y="174676"/>
            <a:ext cx="1133475" cy="1200150"/>
          </a:xfrm>
          <a:prstGeom prst="rect">
            <a:avLst/>
          </a:prstGeom>
        </p:spPr>
      </p:pic>
      <p:pic>
        <p:nvPicPr>
          <p:cNvPr id="13" name="Swami Keshvanan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0907" y="174677"/>
            <a:ext cx="739222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234440"/>
            <a:ext cx="8686800" cy="5029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Introduction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Objectives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Technology Stack Used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Key Features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Project Overview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Working Project / Interface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How Sentra Works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Future Scope</a:t>
            </a:r>
          </a:p>
          <a:p>
            <a:pPr>
              <a:spcAft>
                <a:spcPts val="14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t>Q&amp;A</a:t>
            </a:r>
          </a:p>
        </p:txBody>
      </p:sp>
      <p:pic>
        <p:nvPicPr>
          <p:cNvPr id="6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325880"/>
            <a:ext cx="9966960" cy="3154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2500" b="1">
                <a:solidFill>
                  <a:srgbClr val="0052A0"/>
                </a:solidFill>
                <a:latin typeface="Arial"/>
              </a:defRPr>
            </a:pPr>
            <a:r>
              <a:rPr dirty="0" err="1"/>
              <a:t>Enexa</a:t>
            </a:r>
            <a:r>
              <a:rPr dirty="0"/>
              <a:t> IT Solutions Private Limited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As per the internship certificate, </a:t>
            </a:r>
            <a:r>
              <a:rPr dirty="0" err="1"/>
              <a:t>Enexa</a:t>
            </a:r>
            <a:r>
              <a:rPr dirty="0"/>
              <a:t> IT Solutions Private Limited offered a 45-day Software Development internship to [Your Name].</a:t>
            </a:r>
          </a:p>
          <a:p>
            <a:pPr>
              <a:spcAft>
                <a:spcPts val="1000"/>
              </a:spcAft>
              <a:defRPr sz="2000" b="1">
                <a:solidFill>
                  <a:srgbClr val="232323"/>
                </a:solidFill>
                <a:latin typeface="Arial"/>
              </a:defRPr>
            </a:pPr>
            <a:r>
              <a:rPr dirty="0"/>
              <a:t>Internship Period: 15 May – 30 June 2026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rPr dirty="0"/>
              <a:t>Certificate Issue Date: 30 June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709160"/>
            <a:ext cx="9098280" cy="1234440"/>
          </a:xfrm>
          <a:prstGeom prst="roundRect">
            <a:avLst/>
          </a:prstGeom>
          <a:solidFill>
            <a:srgbClr val="F7F8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201168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0052A0"/>
                </a:solidFill>
                <a:latin typeface="Arial"/>
              </a:defRPr>
            </a:pPr>
            <a:r>
              <a:rPr dirty="0"/>
              <a:t>Internship Domain: Software Development</a:t>
            </a:r>
          </a:p>
          <a:p>
            <a:pPr>
              <a:defRPr sz="1800">
                <a:solidFill>
                  <a:srgbClr val="232323"/>
                </a:solidFill>
                <a:latin typeface="Arial"/>
              </a:defRPr>
            </a:pPr>
            <a:r>
              <a:rPr dirty="0"/>
              <a:t>Certificate signed by Lov Prakash, Director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Company Overview</a:t>
            </a:r>
          </a:p>
        </p:txBody>
      </p:sp>
      <p:pic>
        <p:nvPicPr>
          <p:cNvPr id="7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Sentra is a web platform that watches websites, servers and scheduled jobs.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It brings uptime, SSL, domain and cron job monitoring into one dashboard.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Every check runs on its own schedule, and every result is saved as history.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A confirmed failure opens an incident and sends an alert to a webhook.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It supports many users; each user sees and manages only their own checks.</a:t>
            </a:r>
          </a:p>
        </p:txBody>
      </p:sp>
      <p:pic>
        <p:nvPicPr>
          <p:cNvPr id="6" name="SKIT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Build an engine that runs every check on time and never runs one twice.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Support five check types: HTTP, TCP, TLS, domain expiry and cron job.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Confirm a failure several times before opening an incident.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Send each alert exactly once, even when tasks run in parallel.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Keep each user's data private and block requests to internal addresses.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Offer a clear dashboard to add checks and see their health at a glance.</a:t>
            </a:r>
          </a:p>
        </p:txBody>
      </p:sp>
      <p:pic>
        <p:nvPicPr>
          <p:cNvPr id="6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Technology Stack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4173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27048" y="15819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Java +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20116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REST API, scheduler and monitoring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4173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8888" y="15819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PostgreSQL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20116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Stores checks, run history and incidents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7" y="15819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React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0116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Login, dashboard and check detail screens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2461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27048" y="34107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Spring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8404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JWT login with BCrypt-hashed passwords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2461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34107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Flyway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38404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Versioned database schema migrations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246120"/>
            <a:ext cx="2788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0727" y="3410712"/>
            <a:ext cx="25603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0052A0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840480"/>
            <a:ext cx="246888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/>
              </a:defRPr>
            </a:pPr>
            <a:r>
              <a:t>Runs the database the same way on any PC</a:t>
            </a:r>
          </a:p>
        </p:txBody>
      </p:sp>
      <p:pic>
        <p:nvPicPr>
          <p:cNvPr id="23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Five check types: website (HTTP), open port (TCP), SSL certificate, domain expiry and cron job.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A scheduler that runs each check automatically at its own interval.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Incident tracking with thresholds: 3 failures open an incident, 2 successes close it.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Webhook alerts on outage and recovery, with reminders while an incident stays open.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Early warning before an SSL certificate or a domain registration expires.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Secure sign-up and login, with every user's checks kept private.</a:t>
            </a: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A live dashboard whose “run tape” shows the speed and result of recent runs.</a:t>
            </a:r>
          </a:p>
        </p:txBody>
      </p:sp>
      <p:pic>
        <p:nvPicPr>
          <p:cNvPr id="6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8755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300" b="1">
                <a:solidFill>
                  <a:srgbClr val="0052A0"/>
                </a:solidFill>
                <a:latin typeface="Arial"/>
              </a:defRPr>
            </a:pPr>
            <a:r>
              <a:t>Two parts: a background monitoring engine and a web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9966960" cy="39319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Scheduler: finds the checks that are due and hands them to a pool of worker threads.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Probes: one probe per check type runs the actual test and measures the response time.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Evaluation: marks a check healthy or down, and opens or closes incidents.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Alerting: sends a webhook when an incident opens or closes, never twice for one event.</a:t>
            </a: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Dashboard: React screens for login, the list of checks and each check's full history.</a:t>
            </a:r>
          </a:p>
        </p:txBody>
      </p:sp>
      <p:pic>
        <p:nvPicPr>
          <p:cNvPr id="7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Dashboard – All Checks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7978"/>
            <a:ext cx="10972800" cy="4769942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05" y="1447978"/>
            <a:ext cx="10282509" cy="4769942"/>
          </a:xfrm>
          <a:prstGeom prst="rect">
            <a:avLst/>
          </a:prstGeom>
        </p:spPr>
      </p:pic>
      <p:pic>
        <p:nvPicPr>
          <p:cNvPr id="8" name="SKIT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Login &amp; 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7978"/>
            <a:ext cx="10698480" cy="4705934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96" y="1447978"/>
            <a:ext cx="10144528" cy="47059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181344"/>
            <a:ext cx="103327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rial"/>
              </a:defRPr>
            </a:pPr>
            <a:r>
              <a:t>Users sign in or create an account; after login, every API request carries a JWT token.</a:t>
            </a:r>
          </a:p>
        </p:txBody>
      </p:sp>
      <p:pic>
        <p:nvPicPr>
          <p:cNvPr id="9" name="SKIT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Check Detail – Run History &amp;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978"/>
            <a:ext cx="11155680" cy="4907102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5" descr="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17" y="1447978"/>
            <a:ext cx="7701286" cy="4907102"/>
          </a:xfrm>
          <a:prstGeom prst="rect">
            <a:avLst/>
          </a:prstGeom>
        </p:spPr>
      </p:pic>
      <p:pic>
        <p:nvPicPr>
          <p:cNvPr id="8" name="SKIT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Cron Job Monitoring – Heartbeat Pings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978"/>
            <a:ext cx="11155680" cy="4907102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5" descr="c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359" y="1447978"/>
            <a:ext cx="6542802" cy="4907102"/>
          </a:xfrm>
          <a:prstGeom prst="rect">
            <a:avLst/>
          </a:prstGeom>
        </p:spPr>
      </p:pic>
      <p:pic>
        <p:nvPicPr>
          <p:cNvPr id="8" name="SKIT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How Sentra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12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447978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6266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6266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Create a check: a URL, a host and port, a domain or a cron job.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435530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53818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53818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The scheduler claims checks that are due, so none runs twice.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423082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4137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Probe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41370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A probe tests the target and records the result and timing.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410634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28921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28921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Repeated failures open an incident; repeated successes close it.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5398186"/>
            <a:ext cx="566928" cy="566928"/>
          </a:xfrm>
          <a:prstGeom prst="ellipse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16474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0052A0"/>
                </a:solidFill>
                <a:latin typeface="Arial"/>
              </a:defRPr>
            </a:pPr>
            <a: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16474"/>
            <a:ext cx="74980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0">
                <a:solidFill>
                  <a:srgbClr val="232323"/>
                </a:solidFill>
                <a:latin typeface="Arial"/>
              </a:defRPr>
            </a:pPr>
            <a:r>
              <a:t>A webhook tells the team once when an outage starts and ends.</a:t>
            </a:r>
          </a:p>
        </p:txBody>
      </p:sp>
      <p:pic>
        <p:nvPicPr>
          <p:cNvPr id="20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Benefits of Sentra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One place to monitor websites, ports, certificates, domains and scheduled jobs.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Problems are spotted within seconds, often before users report them.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Fewer false alarms, because a failure must repeat before an incident opens.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Expiring certificates and domains are flagged weeks in advance.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Cron jobs that silently stop running are caught through missed pings.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Incident history shows how often, and for how long, each service was down.</a:t>
            </a:r>
          </a:p>
        </p:txBody>
      </p:sp>
      <p:pic>
        <p:nvPicPr>
          <p:cNvPr id="6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966960" cy="4983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Email, Slack and SMS alerts alongside webhooks.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A public status page that customers can open during an outage.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Weekly and monthly uptime percentage reports with charts.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Database health checks that log in and run a test query.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Probes from several regions, to confirm an outage from more than one place.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Cloud deployment with team accounts and role-based access.</a:t>
            </a:r>
          </a:p>
        </p:txBody>
      </p:sp>
      <p:pic>
        <p:nvPicPr>
          <p:cNvPr id="6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320" y="256032"/>
            <a:ext cx="10287000" cy="62179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41832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600" b="1">
                <a:solidFill>
                  <a:srgbClr val="232323"/>
                </a:solidFill>
                <a:latin typeface="Georgia"/>
              </a:defRPr>
            </a:pPr>
            <a:r>
              <a:t>Sentra shows that a single, well-designed engine can monitor many kinds of services, alert only when a problem is real, and keep each user's data private.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778240" cy="2194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Full-stack project built with Spring Boot, PostgreSQL and React.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Five check types, incidents, webhook alerts and a live dashboard.</a:t>
            </a:r>
          </a:p>
          <a:p>
            <a:pPr>
              <a:spcAft>
                <a:spcPts val="14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Secure by design: JWT login, data isolation and SSRF protection.</a:t>
            </a:r>
          </a:p>
        </p:txBody>
      </p:sp>
      <p:pic>
        <p:nvPicPr>
          <p:cNvPr id="7" name="SKIT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74676"/>
            <a:ext cx="11334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11480"/>
            <a:ext cx="10927080" cy="50292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4200" b="1">
                <a:solidFill>
                  <a:srgbClr val="0052A0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SKIT, JAIPUR                                                                                                             Sentra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1162</Words>
  <Application>Microsoft Office PowerPoint</Application>
  <PresentationFormat>Widescreen</PresentationFormat>
  <Paragraphs>129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Sentra – Industrial Training Presentation</dc:title>
  <dc:subject/>
  <dc:creator>[Your Name]</dc:creator>
  <cp:keywords/>
  <dc:description>generated using python-pptx</dc:description>
  <cp:lastModifiedBy>shubhank saxena</cp:lastModifiedBy>
  <cp:revision>1</cp:revision>
  <dcterms:created xsi:type="dcterms:W3CDTF">2013-01-27T09:14:16Z</dcterms:created>
  <dcterms:modified xsi:type="dcterms:W3CDTF">2026-10-28T18:22:44Z</dcterms:modified>
  <cp:category/>
</cp:coreProperties>
</file>